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2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0A871-67BD-44A3-A412-48CBFF0FA83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13505B-8E3B-4645-B52F-77BBB204B1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282" y="1125514"/>
            <a:ext cx="7479110" cy="5018976"/>
          </a:xfrm>
          <a:prstGeom prst="rect">
            <a:avLst/>
          </a:prstGeom>
        </p:spPr>
      </p:pic>
      <p:pic>
        <p:nvPicPr>
          <p:cNvPr id="5" name="图片 4" descr="图片包含 文本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837" y="1628630"/>
            <a:ext cx="3331012" cy="66498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546608" y="1412236"/>
            <a:ext cx="436418" cy="432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180" y="518160"/>
            <a:ext cx="5852160" cy="1524000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218565" y="2390140"/>
            <a:ext cx="5846445" cy="1527175"/>
          </a:xfrm>
          <a:prstGeom prst="rect">
            <a:avLst/>
          </a:prstGeom>
          <a:noFill/>
          <a:ln>
            <a:solidFill>
              <a:srgbClr val="92D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6" name="Picture 5" descr="2023-prb-sg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205" y="4219575"/>
            <a:ext cx="1521460" cy="149161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785" y="2607310"/>
            <a:ext cx="2204085" cy="14624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580" y="2696210"/>
            <a:ext cx="1721485" cy="323215"/>
          </a:xfrm>
          <a:prstGeom prst="rect">
            <a:avLst/>
          </a:prstGeom>
        </p:spPr>
      </p:pic>
      <p:sp>
        <p:nvSpPr>
          <p:cNvPr id="9" name="矩形 5"/>
          <p:cNvSpPr/>
          <p:nvPr/>
        </p:nvSpPr>
        <p:spPr>
          <a:xfrm>
            <a:off x="2645410" y="2607310"/>
            <a:ext cx="157480" cy="212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SimSun</vt:lpstr>
      <vt:lpstr>Wingdings</vt:lpstr>
      <vt:lpstr>DejaVu Sans</vt:lpstr>
      <vt:lpstr>等线</vt:lpstr>
      <vt:lpstr>Comfortaa Light</vt:lpstr>
      <vt:lpstr>Microsoft YaHei</vt:lpstr>
      <vt:lpstr>Droid Sans Fallback</vt:lpstr>
      <vt:lpstr>Arial Unicode MS</vt:lpstr>
      <vt:lpstr>等线 Light</vt:lpstr>
      <vt:lpstr>SimSun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宪章 陈</dc:creator>
  <cp:lastModifiedBy>xc</cp:lastModifiedBy>
  <cp:revision>3</cp:revision>
  <dcterms:created xsi:type="dcterms:W3CDTF">2025-06-12T03:33:47Z</dcterms:created>
  <dcterms:modified xsi:type="dcterms:W3CDTF">2025-06-12T03:33:47Z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